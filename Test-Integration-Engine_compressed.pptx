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4630400" cy="8229600"/>
  <p:notesSz cx="8229600" cy="14630400"/>
  <p:embeddedFontLst>
    <p:embeddedFont>
      <p:font typeface="Sora Light" panose="020B0604020202020204" charset="0"/>
      <p:regular r:id="rId15"/>
    </p:embeddedFont>
    <p:embeddedFont>
      <p:font typeface="Sora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85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127415"/>
            <a:ext cx="677537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Test Integration Engine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16504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Automated UI &amp; API Testing Framework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4755475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Ayush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8575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Project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431733"/>
            <a:ext cx="6448544" cy="2147768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2504" y="265592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217" y="2834640"/>
            <a:ext cx="292418" cy="2924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504" y="352246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Automate Testing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4008596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Eliminate manual UI and API testing processes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3428" y="2431733"/>
            <a:ext cx="6448663" cy="2147768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47623" y="2655927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6335" y="2834640"/>
            <a:ext cx="292418" cy="2924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7623" y="352246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Reduce Effort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47623" y="4008596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Minimize repetitive manual testing workloads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58309" y="4796076"/>
            <a:ext cx="6448544" cy="2147768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2504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1217" y="5198983"/>
            <a:ext cx="292418" cy="2924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504" y="588680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Parallel Execution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2504" y="6372939"/>
            <a:ext cx="60001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 multiple test suites simultaneously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3428" y="4796076"/>
            <a:ext cx="6448663" cy="2147768"/>
          </a:xfrm>
          <a:prstGeom prst="roundRect">
            <a:avLst>
              <a:gd name="adj" fmla="val 4237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647623" y="5020270"/>
            <a:ext cx="649962" cy="649962"/>
          </a:xfrm>
          <a:prstGeom prst="roundRect">
            <a:avLst>
              <a:gd name="adj" fmla="val 14067108"/>
            </a:avLst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6335" y="5198983"/>
            <a:ext cx="292418" cy="2924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7623" y="5886807"/>
            <a:ext cx="324373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Centralized Reporting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47623" y="6372939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Unified reporting for all test results</a:t>
            </a:r>
            <a:endParaRPr lang="en-US" sz="1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844739-4E9B-3C7E-CB7C-F224868F97C2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25128"/>
            <a:ext cx="619898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Framework Overview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306479"/>
            <a:ext cx="8338899" cy="4654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3466" y="326386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What is It?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3466" y="3836670"/>
            <a:ext cx="4246126" cy="2307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Complete automation testing framework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Unified platform for UI and API testing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Enhanced efficiency and accuracy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Built on </a:t>
            </a: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Spring Boot</a:t>
            </a: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foundation</a:t>
            </a:r>
            <a:endParaRPr lang="en-US" sz="1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B55F5-D26E-1859-8389-FEEF2D7F976A}"/>
              </a:ext>
            </a:extLst>
          </p:cNvPr>
          <p:cNvSpPr/>
          <p:nvPr/>
        </p:nvSpPr>
        <p:spPr>
          <a:xfrm>
            <a:off x="12504145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7227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Core Technologies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309" y="3118247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0673" y="31182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Java &amp; Spring Boot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70673" y="3604379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Backend framework for REST APIs and application logic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3118247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2183" y="3118247"/>
            <a:ext cx="299775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Selenium WebDriver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32183" y="3604379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UI automation for web application testing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1329" y="3118247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93693" y="311824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REST-Assured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93693" y="3604379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API testing library for RESTful services validation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309" y="4731068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70673" y="47310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MySQL Database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570673" y="5217200"/>
            <a:ext cx="337839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Persistent storage for test results and execution data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9819" y="4731068"/>
            <a:ext cx="541615" cy="5416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32183" y="4731068"/>
            <a:ext cx="299346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Chart.js &amp; Thymeleaf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32183" y="5217200"/>
            <a:ext cx="337839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Dynamic reporting and interactive dashboard rendering</a:t>
            </a:r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B46019-1DB5-FA1E-6A36-162221E405E1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34127"/>
            <a:ext cx="4811911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System Architecture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809" y="1481495"/>
            <a:ext cx="7398663" cy="57083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0498" y="3688834"/>
            <a:ext cx="1290375" cy="1242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Modular Test Architecture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29892" y="5638494"/>
            <a:ext cx="1919662" cy="621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Test Execution Engine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29892" y="6343677"/>
            <a:ext cx="1919662" cy="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Runs and manages test suites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922384" y="3750140"/>
            <a:ext cx="1961626" cy="621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Report Generation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3922384" y="4455322"/>
            <a:ext cx="1961626" cy="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Aggregates results into reports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730180" y="5638494"/>
            <a:ext cx="1919663" cy="621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MySQL Database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730180" y="6343677"/>
            <a:ext cx="1919663" cy="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Persistent test results storage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727197" y="3739649"/>
            <a:ext cx="1961626" cy="62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Backend APIs (Spring Boot)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727197" y="4444831"/>
            <a:ext cx="1961626" cy="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Business logic and endpoints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282827" y="1772614"/>
            <a:ext cx="1972117" cy="621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Frontend Dashboard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282827" y="2477796"/>
            <a:ext cx="1972117" cy="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interface for testers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58309" y="7345799"/>
            <a:ext cx="13113782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Modular architecture enabling seamless integration between testing components and data persistence layers</a:t>
            </a: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11C102-169A-6A69-BE64-2A2C22AF691C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93896"/>
            <a:ext cx="5131356" cy="641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 Flow Process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1686163"/>
            <a:ext cx="974884" cy="11699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8572" y="1881068"/>
            <a:ext cx="256567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UI Layer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908572" y="2306955"/>
            <a:ext cx="11963519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 accepts test configurations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2856071"/>
            <a:ext cx="974884" cy="1169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8572" y="3050977"/>
            <a:ext cx="256567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API Layer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908572" y="3476863"/>
            <a:ext cx="11963519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REST endpoints process requests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09" y="4025979"/>
            <a:ext cx="974884" cy="11699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08572" y="4220885"/>
            <a:ext cx="256567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Execution Engine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908572" y="4646771"/>
            <a:ext cx="11963519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Runs Selenium and API tests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309" y="5195888"/>
            <a:ext cx="974884" cy="11699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08572" y="5390793"/>
            <a:ext cx="256567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Database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908572" y="5816679"/>
            <a:ext cx="11963519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Stores results in MySQL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309" y="6365796"/>
            <a:ext cx="974884" cy="11699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08572" y="6560701"/>
            <a:ext cx="2565678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Reports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908572" y="6986587"/>
            <a:ext cx="11963519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visual analytics</a:t>
            </a:r>
            <a:endParaRPr lang="en-US" sz="15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889F76-C79F-EEBF-02AC-928C48D73477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403" y="642818"/>
            <a:ext cx="4770596" cy="596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Modules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46403" y="1542336"/>
            <a:ext cx="13137594" cy="10876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9263" y="1565196"/>
            <a:ext cx="725091" cy="1041916"/>
          </a:xfrm>
          <a:prstGeom prst="roundRect">
            <a:avLst>
              <a:gd name="adj" fmla="val 6717"/>
            </a:avLst>
          </a:prstGeom>
          <a:solidFill>
            <a:srgbClr val="F9D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2029" y="1916192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1746409"/>
            <a:ext cx="2640806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Selenium Test Runner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645920" y="2135386"/>
            <a:ext cx="12034004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Executes automated UI tests across multiple browsers and platforms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6403" y="2781538"/>
            <a:ext cx="13137594" cy="10876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9263" y="2804398"/>
            <a:ext cx="725091" cy="1041916"/>
          </a:xfrm>
          <a:prstGeom prst="roundRect">
            <a:avLst>
              <a:gd name="adj" fmla="val 6717"/>
            </a:avLst>
          </a:prstGeom>
          <a:solidFill>
            <a:srgbClr val="F9D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2029" y="3155394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45920" y="2985611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API Test Runner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645920" y="3374588"/>
            <a:ext cx="12034004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Validates REST endpoints with request/response verification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6403" y="4020741"/>
            <a:ext cx="13137594" cy="10876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9263" y="4043601"/>
            <a:ext cx="725091" cy="1041916"/>
          </a:xfrm>
          <a:prstGeom prst="roundRect">
            <a:avLst>
              <a:gd name="adj" fmla="val 6717"/>
            </a:avLst>
          </a:prstGeom>
          <a:solidFill>
            <a:srgbClr val="F9D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2029" y="4394597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45920" y="4224814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Test Executor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645920" y="4613791"/>
            <a:ext cx="12034004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Manages test suite execution and result collection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7420" y="5259943"/>
            <a:ext cx="13137594" cy="10876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9263" y="5282803"/>
            <a:ext cx="725091" cy="1041916"/>
          </a:xfrm>
          <a:prstGeom prst="roundRect">
            <a:avLst>
              <a:gd name="adj" fmla="val 6717"/>
            </a:avLst>
          </a:prstGeom>
          <a:solidFill>
            <a:srgbClr val="F9D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2029" y="5633799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45920" y="5464016"/>
            <a:ext cx="2385298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Scheduler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645920" y="5852993"/>
            <a:ext cx="12034004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Configures automated test runs with cron-based triggers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6403" y="6499146"/>
            <a:ext cx="13137594" cy="10876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69263" y="6522006"/>
            <a:ext cx="725091" cy="1041916"/>
          </a:xfrm>
          <a:prstGeom prst="roundRect">
            <a:avLst>
              <a:gd name="adj" fmla="val 6717"/>
            </a:avLst>
          </a:prstGeom>
          <a:solidFill>
            <a:srgbClr val="F9D2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2029" y="6873002"/>
            <a:ext cx="271820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645920" y="6703219"/>
            <a:ext cx="2664857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Reporting &amp; Analytics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1645920" y="7092196"/>
            <a:ext cx="12034004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Generates HTML, CSV reports with visual dashboards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6444A3-4649-C418-3838-F222EC26360D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955" y="475040"/>
            <a:ext cx="60405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Dashboard &amp; Results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6075998"/>
            <a:ext cx="765679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951357" y="6075998"/>
            <a:ext cx="4928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61CC37-84F6-37CE-F1F7-269FFC97F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120" y="1187748"/>
            <a:ext cx="11680030" cy="59181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3EA9148-CD11-AE06-782E-EE02B4717ABA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4A8DE8-5FC3-C271-774B-A863641E5BED}"/>
              </a:ext>
            </a:extLst>
          </p:cNvPr>
          <p:cNvSpPr txBox="1"/>
          <p:nvPr/>
        </p:nvSpPr>
        <p:spPr>
          <a:xfrm>
            <a:off x="903383" y="264418"/>
            <a:ext cx="7315200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800" dirty="0">
                <a:solidFill>
                  <a:srgbClr val="1F1E1E"/>
                </a:solidFill>
                <a:latin typeface="Sora Semi Bold" pitchFamily="34" charset="0"/>
                <a:cs typeface="Sora Semi Bold" pitchFamily="34" charset="-120"/>
              </a:rPr>
              <a:t>Database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075E9-9E30-BFAE-CCCB-CAD5E992F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64" y="1149197"/>
            <a:ext cx="12110072" cy="59312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4C9325-3906-500F-626F-96D9A78B1AC2}"/>
              </a:ext>
            </a:extLst>
          </p:cNvPr>
          <p:cNvSpPr/>
          <p:nvPr/>
        </p:nvSpPr>
        <p:spPr>
          <a:xfrm>
            <a:off x="12504145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75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676DD-16F9-F3C8-5CA1-22E136FC80B5}"/>
              </a:ext>
            </a:extLst>
          </p:cNvPr>
          <p:cNvSpPr txBox="1"/>
          <p:nvPr/>
        </p:nvSpPr>
        <p:spPr>
          <a:xfrm>
            <a:off x="583894" y="308486"/>
            <a:ext cx="7315200" cy="141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ra Semi Bold" pitchFamily="34" charset="0"/>
                <a:cs typeface="Sora Semi Bold" pitchFamily="34" charset="-120"/>
              </a:rPr>
              <a:t>System Architecture</a:t>
            </a:r>
          </a:p>
          <a:p>
            <a:pPr marL="0" indent="0" algn="l">
              <a:lnSpc>
                <a:spcPts val="5600"/>
              </a:lnSpc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53EF3-167F-A25F-5B27-9466FAD8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165" y="1386288"/>
            <a:ext cx="9356074" cy="62373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13EF05-DB41-683C-77BE-89649A37D71F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62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3155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Key Achievements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07752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8309" y="3415070"/>
            <a:ext cx="6448544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309" y="3584258"/>
            <a:ext cx="316110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Complete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4070390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Built fully functional automation framework from ground up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23428" y="3077528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3428" y="3415070"/>
            <a:ext cx="6448663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3428" y="35842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UI + API Integration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3428" y="4070390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Seamlessly combined both testing types in single platform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309" y="4796076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8309" y="5133618"/>
            <a:ext cx="6448544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309" y="5302806"/>
            <a:ext cx="29347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Enhanced Efficiency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8309" y="5788938"/>
            <a:ext cx="64485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Significantly reduced testing time and manual effort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23428" y="4796076"/>
            <a:ext cx="433268" cy="270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428" y="5133618"/>
            <a:ext cx="6448663" cy="30480"/>
          </a:xfrm>
          <a:prstGeom prst="rect">
            <a:avLst/>
          </a:prstGeom>
          <a:solidFill>
            <a:srgbClr val="DA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3428" y="5302806"/>
            <a:ext cx="28566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End-to-End Testing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3428" y="5788938"/>
            <a:ext cx="644866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Achieved complete test coverage across all layers</a:t>
            </a:r>
            <a:endParaRPr lang="en-US" sz="1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BF08C-68CB-8599-DC95-9E36C0232398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175516"/>
            <a:ext cx="7627382" cy="98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Thank You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44709" y="4484013"/>
            <a:ext cx="4561284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Sora Semi Bold" pitchFamily="34" charset="0"/>
                <a:ea typeface="Sora Semi Bold" pitchFamily="34" charset="-122"/>
                <a:cs typeface="Sora Semi Bold" pitchFamily="34" charset="-120"/>
              </a:rPr>
              <a:t>Questions?</a:t>
            </a:r>
            <a:endParaRPr lang="en-US" sz="35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3E39B-2BAF-5581-F288-0406BC51888F}"/>
              </a:ext>
            </a:extLst>
          </p:cNvPr>
          <p:cNvSpPr/>
          <p:nvPr/>
        </p:nvSpPr>
        <p:spPr>
          <a:xfrm>
            <a:off x="12493128" y="7656723"/>
            <a:ext cx="2038120" cy="5728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328</Words>
  <Application>Microsoft Office PowerPoint</Application>
  <PresentationFormat>Custom</PresentationFormat>
  <Paragraphs>97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Sora Light</vt:lpstr>
      <vt:lpstr>Sora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TRIPATHI</cp:lastModifiedBy>
  <cp:revision>2</cp:revision>
  <dcterms:created xsi:type="dcterms:W3CDTF">2026-04-10T13:10:22Z</dcterms:created>
  <dcterms:modified xsi:type="dcterms:W3CDTF">2026-04-10T13:16:06Z</dcterms:modified>
</cp:coreProperties>
</file>